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6A88-F33E-0450-5E70-182D2C7B2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35DC2-51E0-1BDE-51B0-DB57318C2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1965B-1552-20EF-5E1A-84277686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734D-0163-4F73-EB4C-1CD41803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065B4-C0FD-E4F0-3FAD-0E284DEA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2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C373-F286-DD11-BC37-E75A79F9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3156-E1AD-E587-D3B2-86653B969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860E2-FE9F-C579-5D3A-26D8D41F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BCEA3-903C-9E1B-A881-1834EB32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24384-75B6-7BCB-ADA0-32DFF7BC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10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C371-3A32-C135-A108-23836CA4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2829-806B-204E-DF0E-97168457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E2E86-2FF4-0219-4C54-586F36FA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49F9-7875-F7DD-ACDC-B2172ACD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070D-E93B-2167-CD3F-8C179566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6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935D-4165-F0C5-202C-D7AD4817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3219-D595-FCFC-CA29-82C759297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CF747-95E6-DCA2-D891-BB4A33A16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68933-F12B-5AF5-75B2-8250EDD8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60805-7CB5-D533-B440-402C5D7D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ED3AD-B9F5-CC0A-E24F-80045B77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18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9625-8718-DB1C-E9E4-208D9307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E331D-2236-059F-2AE8-08141043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22B8F-6E27-7679-0551-A6CC802C0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16798-4A81-B7D1-079D-D6AF1C14D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0043F-621C-30C2-46FC-437C441C9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34F91-6057-8242-2B80-50FAC54B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A32AE-3E92-271B-3508-CCBFD5ED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15CB3-D770-D7A1-5859-0B452423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1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55F-BAE0-F3EB-6BD3-41AC8FCB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9A6DF-EA27-79A3-48E8-7FD1643B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6B91A-8660-7472-3B73-C0680C15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D2228-1C1D-BDCD-525F-C5311B5B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30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2158B-F5C0-D704-0988-8E69704D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C1CB1-E466-382E-62F2-17FAF0BB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25B5D-3A73-EE2C-2C59-CC914C3B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00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1DD2-FDF3-2847-0E99-51E550F7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C863-3204-075B-BD09-FF14544B1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D3BE4-5A98-DFD9-23D6-986D4AA70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7BF86-D3D6-5C6B-FD04-C0856888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9B30A-D3C8-259B-77AD-D38B3486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B0385-BC59-466D-0568-92234616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84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F77D-48E1-7795-5B6E-74EC7522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5DBA6-959F-6D6F-2CBA-035AAF55C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48F3A-6018-4805-D7D8-5EFF0B5EA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A041E-9D4D-B824-865B-6B5BFBDC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62793-66C1-2DFB-E3D1-E1D306C8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A0916-F682-7F83-C1D9-C7804021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18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ECA5B-2164-4A90-3D6A-315F69DF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920EC-8154-7594-9684-81526507E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E9E5-20C3-FAC9-AC5D-02454CDA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EF992-FCA6-508C-1BB5-EE4D9AA3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4C7A6-CA57-D598-B149-86347C20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81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9AB78-94E5-9433-5B15-EBF982868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8E3FB-947B-958F-7357-AEC82E89A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97CF6-89AF-A2D0-63A5-905E7890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E38B-387E-E58F-F208-B185B278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BCB1-68C7-35FE-E58A-380504D4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57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2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FE3E8-2F3A-A963-944E-80BD5EB0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A32A6-9433-5C55-974B-FF82B158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B7C72-FDEB-B0AC-8671-6C8AEFAE4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D8B4D-84C3-4C57-B736-E61BA57CAAA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28AEB-FDC1-29E4-C680-9A3180F25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BA7CF-478E-F0AA-DF7E-17BA26F6A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CE62A-EFCC-445C-9EE7-1BC1B2C1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7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F5C1-674C-60C6-B15F-B520F725B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924340"/>
            <a:ext cx="11945566" cy="380668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Crime Analysis Dashboard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82F95-E247-A22E-C3B2-7A60D6A69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17" y="2882347"/>
            <a:ext cx="9266583" cy="2375453"/>
          </a:xfrm>
        </p:spPr>
        <p:txBody>
          <a:bodyPr/>
          <a:lstStyle/>
          <a:p>
            <a:endParaRPr lang="en-US" dirty="0"/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PAVITHRA S</a:t>
            </a:r>
          </a:p>
        </p:txBody>
      </p:sp>
    </p:spTree>
    <p:extLst>
      <p:ext uri="{BB962C8B-B14F-4D97-AF65-F5344CB8AC3E}">
        <p14:creationId xmlns:p14="http://schemas.microsoft.com/office/powerpoint/2010/main" val="1813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4CF772-4CD9-81D7-C46F-B46D1D3DA4F2}"/>
              </a:ext>
            </a:extLst>
          </p:cNvPr>
          <p:cNvSpPr txBox="1"/>
          <p:nvPr/>
        </p:nvSpPr>
        <p:spPr>
          <a:xfrm>
            <a:off x="466928" y="418289"/>
            <a:ext cx="9523378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PROJECT  OVERVIEW</a:t>
            </a: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Creation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crime patterns and trends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84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A7C23-2752-4ECE-C6F8-241136107384}"/>
              </a:ext>
            </a:extLst>
          </p:cNvPr>
          <p:cNvSpPr txBox="1"/>
          <p:nvPr/>
        </p:nvSpPr>
        <p:spPr>
          <a:xfrm>
            <a:off x="2013626" y="826851"/>
            <a:ext cx="8570067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COLLECTIONS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downloaded from Kaggle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 Excel format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into power BI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9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90D3C-5EE2-7649-E16E-95A592F41F28}"/>
              </a:ext>
            </a:extLst>
          </p:cNvPr>
          <p:cNvSpPr txBox="1"/>
          <p:nvPr/>
        </p:nvSpPr>
        <p:spPr>
          <a:xfrm>
            <a:off x="1521164" y="1"/>
            <a:ext cx="973373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 OVERVIEW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49311-7CB5-D05E-A064-6DD2459A2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5" y="1401580"/>
            <a:ext cx="5745805" cy="4571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5ABBC8-BF27-563D-C1E7-89A11B64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01580"/>
            <a:ext cx="5943599" cy="45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3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565F81-8D65-53C6-F6C9-F0C70BDFEA2D}"/>
              </a:ext>
            </a:extLst>
          </p:cNvPr>
          <p:cNvSpPr txBox="1"/>
          <p:nvPr/>
        </p:nvSpPr>
        <p:spPr>
          <a:xfrm>
            <a:off x="2976664" y="398834"/>
            <a:ext cx="748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 METRICS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B9519F-CE80-554C-BC1C-FB6922139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05" y="1792211"/>
            <a:ext cx="2150060" cy="11497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0F572A-4960-0094-16D1-2C5D8F32D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02" y="1806879"/>
            <a:ext cx="2150060" cy="11497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96134A-BD12-A9E7-1416-35BD2494E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99" y="1806879"/>
            <a:ext cx="2057509" cy="11497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9A0593-DE98-7401-9584-89B86239E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345" y="1818134"/>
            <a:ext cx="1908316" cy="11364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37065F-11C4-4608-258B-0C56BD150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998" y="1820215"/>
            <a:ext cx="1726098" cy="104124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35E5879-117C-E456-5FE9-72E35C3AC1BA}"/>
              </a:ext>
            </a:extLst>
          </p:cNvPr>
          <p:cNvSpPr txBox="1"/>
          <p:nvPr/>
        </p:nvSpPr>
        <p:spPr>
          <a:xfrm>
            <a:off x="679455" y="3454702"/>
            <a:ext cx="87527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metrics shows total crimes, cities, police deployed,  crime domain and  Average victim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values give a quick overview of overall performance.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4FA5D8-7654-A251-6055-EA50B064C6A6}"/>
              </a:ext>
            </a:extLst>
          </p:cNvPr>
          <p:cNvSpPr txBox="1"/>
          <p:nvPr/>
        </p:nvSpPr>
        <p:spPr>
          <a:xfrm>
            <a:off x="2514600" y="0"/>
            <a:ext cx="7613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 ANALYSIS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C793A-EB42-14DC-45AD-E445E7F8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63" y="1079456"/>
            <a:ext cx="4130535" cy="2701779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52E9BF7-C8C4-7213-6E75-942485211E47}"/>
              </a:ext>
            </a:extLst>
          </p:cNvPr>
          <p:cNvSpPr/>
          <p:nvPr/>
        </p:nvSpPr>
        <p:spPr>
          <a:xfrm rot="10800000">
            <a:off x="4790991" y="212615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D98C9-2375-B40D-B09F-C96CFAB8EEF9}"/>
              </a:ext>
            </a:extLst>
          </p:cNvPr>
          <p:cNvSpPr txBox="1"/>
          <p:nvPr/>
        </p:nvSpPr>
        <p:spPr>
          <a:xfrm>
            <a:off x="5933661" y="1757626"/>
            <a:ext cx="6401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Top ten crime by city (Column chart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548851-28EB-B604-8884-834EA9DB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63" y="3881336"/>
            <a:ext cx="4130535" cy="287938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BC14681-59A7-E4AE-11FA-580624D402E1}"/>
              </a:ext>
            </a:extLst>
          </p:cNvPr>
          <p:cNvSpPr/>
          <p:nvPr/>
        </p:nvSpPr>
        <p:spPr>
          <a:xfrm rot="10800000">
            <a:off x="4955253" y="51003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613A7-D8C0-F757-E076-2A2C66DFDDFA}"/>
              </a:ext>
            </a:extLst>
          </p:cNvPr>
          <p:cNvSpPr txBox="1"/>
          <p:nvPr/>
        </p:nvSpPr>
        <p:spPr>
          <a:xfrm>
            <a:off x="6258341" y="4941651"/>
            <a:ext cx="59336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total crime by gender ( Pie chart )</a:t>
            </a:r>
          </a:p>
        </p:txBody>
      </p:sp>
    </p:spTree>
    <p:extLst>
      <p:ext uri="{BB962C8B-B14F-4D97-AF65-F5344CB8AC3E}">
        <p14:creationId xmlns:p14="http://schemas.microsoft.com/office/powerpoint/2010/main" val="298545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DD808-1A1F-E2E1-C499-7FEDD71E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08" y="451675"/>
            <a:ext cx="4413429" cy="306973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A8ED780-36B7-8DA7-C6D9-5EA49B337E3C}"/>
              </a:ext>
            </a:extLst>
          </p:cNvPr>
          <p:cNvSpPr/>
          <p:nvPr/>
        </p:nvSpPr>
        <p:spPr>
          <a:xfrm rot="10800000">
            <a:off x="5505854" y="16067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119FF-D3E4-53A4-D8AE-D49C4C4FE31D}"/>
              </a:ext>
            </a:extLst>
          </p:cNvPr>
          <p:cNvSpPr txBox="1"/>
          <p:nvPr/>
        </p:nvSpPr>
        <p:spPr>
          <a:xfrm>
            <a:off x="6648479" y="1274324"/>
            <a:ext cx="58321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total crime by crime domain analysis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Donut chart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10A8D9-BB77-306B-CDE0-38076EA4F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08" y="3716358"/>
            <a:ext cx="4413428" cy="306973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43225FD-31A4-5E9D-991B-593F83CAC761}"/>
              </a:ext>
            </a:extLst>
          </p:cNvPr>
          <p:cNvSpPr/>
          <p:nvPr/>
        </p:nvSpPr>
        <p:spPr>
          <a:xfrm rot="10800000">
            <a:off x="5719863" y="500891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417E1-F400-6CC0-19C2-42BF20DBEC52}"/>
              </a:ext>
            </a:extLst>
          </p:cNvPr>
          <p:cNvSpPr txBox="1"/>
          <p:nvPr/>
        </p:nvSpPr>
        <p:spPr>
          <a:xfrm>
            <a:off x="6937915" y="4717915"/>
            <a:ext cx="5650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crime reported trend from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to 2024 (  Line chart )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8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C71A4B-BF0B-EBFB-2273-52D779C6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40" y="272374"/>
            <a:ext cx="3891063" cy="3307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0BDAC7-5CF0-9901-5128-3C7D8D8F1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40" y="3686783"/>
            <a:ext cx="3891063" cy="299611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059BA6A-A8DF-C9B4-3BDD-DFDA662CE6E3}"/>
              </a:ext>
            </a:extLst>
          </p:cNvPr>
          <p:cNvSpPr/>
          <p:nvPr/>
        </p:nvSpPr>
        <p:spPr>
          <a:xfrm rot="10800000">
            <a:off x="4902221" y="1683760"/>
            <a:ext cx="119377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8BF9B9C-C1FD-DD0B-E50B-39DA9386BC18}"/>
              </a:ext>
            </a:extLst>
          </p:cNvPr>
          <p:cNvSpPr/>
          <p:nvPr/>
        </p:nvSpPr>
        <p:spPr>
          <a:xfrm rot="10800000">
            <a:off x="4902222" y="4832814"/>
            <a:ext cx="1193777" cy="585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E76F75-A610-DB23-2E09-FECFCF391457}"/>
              </a:ext>
            </a:extLst>
          </p:cNvPr>
          <p:cNvSpPr txBox="1"/>
          <p:nvPr/>
        </p:nvSpPr>
        <p:spPr>
          <a:xfrm>
            <a:off x="6322979" y="1342416"/>
            <a:ext cx="6002856" cy="1067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total crime by location{City}( Map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D8BDF-95B2-2EFD-FF0E-07430BD0B6DA}"/>
              </a:ext>
            </a:extLst>
          </p:cNvPr>
          <p:cNvSpPr txBox="1"/>
          <p:nvPr/>
        </p:nvSpPr>
        <p:spPr>
          <a:xfrm>
            <a:off x="6322978" y="4457824"/>
            <a:ext cx="5869021" cy="1067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frequency of  Crime by description ( word cloud chart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5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2D785-86AF-2C6D-F5AE-A09B0807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4" y="348885"/>
            <a:ext cx="5077839" cy="2943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ED602-577E-0F75-AD69-507230F1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65" y="3565185"/>
            <a:ext cx="5077839" cy="315793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FA7F539-6BEA-BF20-64E2-A31DA4C3B452}"/>
              </a:ext>
            </a:extLst>
          </p:cNvPr>
          <p:cNvSpPr/>
          <p:nvPr/>
        </p:nvSpPr>
        <p:spPr>
          <a:xfrm rot="10800000">
            <a:off x="5788678" y="1820850"/>
            <a:ext cx="1132585" cy="4352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BCC39A-3A31-9640-EFC5-9C107B48B2F1}"/>
              </a:ext>
            </a:extLst>
          </p:cNvPr>
          <p:cNvSpPr/>
          <p:nvPr/>
        </p:nvSpPr>
        <p:spPr>
          <a:xfrm rot="10800000">
            <a:off x="5865754" y="4901837"/>
            <a:ext cx="120625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7FD52-7CC1-0A9C-88C8-CE1761DA76EC}"/>
              </a:ext>
            </a:extLst>
          </p:cNvPr>
          <p:cNvSpPr txBox="1"/>
          <p:nvPr/>
        </p:nvSpPr>
        <p:spPr>
          <a:xfrm>
            <a:off x="6921264" y="1371600"/>
            <a:ext cx="6483452" cy="106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total crime by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weapon used ( Column chart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9F5B6-CF82-0A6B-807B-7BD189397FD4}"/>
              </a:ext>
            </a:extLst>
          </p:cNvPr>
          <p:cNvSpPr txBox="1"/>
          <p:nvPr/>
        </p:nvSpPr>
        <p:spPr>
          <a:xfrm>
            <a:off x="7324928" y="4970834"/>
            <a:ext cx="49600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occurrence trend from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to 2024 ( Area chart 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187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C1117-EB3F-C569-B266-165B2E36F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8" y="710120"/>
            <a:ext cx="6828817" cy="575877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4951F4E-9500-083B-48E6-7915D8DC1BC3}"/>
              </a:ext>
            </a:extLst>
          </p:cNvPr>
          <p:cNvSpPr/>
          <p:nvPr/>
        </p:nvSpPr>
        <p:spPr>
          <a:xfrm rot="10800000">
            <a:off x="7159556" y="2944368"/>
            <a:ext cx="70525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3827EF-D1D1-0069-D31D-F20A9EE18286}"/>
              </a:ext>
            </a:extLst>
          </p:cNvPr>
          <p:cNvSpPr txBox="1"/>
          <p:nvPr/>
        </p:nvSpPr>
        <p:spPr>
          <a:xfrm rot="10800000" flipV="1">
            <a:off x="7942632" y="2536428"/>
            <a:ext cx="48159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detailed and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data format (Table)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5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9C280-F38F-E840-A6DB-1999A8515B4B}"/>
              </a:ext>
            </a:extLst>
          </p:cNvPr>
          <p:cNvSpPr txBox="1"/>
          <p:nvPr/>
        </p:nvSpPr>
        <p:spPr>
          <a:xfrm>
            <a:off x="1896895" y="68094"/>
            <a:ext cx="10065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 FILTERS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24812-1501-CACE-9CAE-3E453A56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46" y="1690554"/>
            <a:ext cx="2169756" cy="1096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51FB3B-F679-C461-E861-E56964A4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332" y="1697849"/>
            <a:ext cx="1886904" cy="10818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2BA05D-20C2-9EC7-DB58-94628FC6C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66" y="1697849"/>
            <a:ext cx="1994659" cy="1096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5509C6-34EE-0308-377E-EB178562E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55" y="1697849"/>
            <a:ext cx="1858473" cy="1096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D292C3-3BA6-3DEB-D636-245DBFF24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2658" y="1697849"/>
            <a:ext cx="2317538" cy="10964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984303-556D-F197-7508-A10F1E2351CB}"/>
              </a:ext>
            </a:extLst>
          </p:cNvPr>
          <p:cNvSpPr txBox="1"/>
          <p:nvPr/>
        </p:nvSpPr>
        <p:spPr>
          <a:xfrm>
            <a:off x="1896896" y="3429000"/>
            <a:ext cx="86478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filter the dashboard dynamically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72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37F13-C13F-94C5-3274-56E417DAE8FF}"/>
              </a:ext>
            </a:extLst>
          </p:cNvPr>
          <p:cNvSpPr txBox="1"/>
          <p:nvPr/>
        </p:nvSpPr>
        <p:spPr>
          <a:xfrm>
            <a:off x="3647872" y="233463"/>
            <a:ext cx="7227651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 USED</a:t>
            </a: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CSV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 visual ( Charts, Maps 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7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A4BDC-55FB-9C94-300D-569890B60761}"/>
              </a:ext>
            </a:extLst>
          </p:cNvPr>
          <p:cNvSpPr txBox="1"/>
          <p:nvPr/>
        </p:nvSpPr>
        <p:spPr>
          <a:xfrm>
            <a:off x="2548647" y="505838"/>
            <a:ext cx="849224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helps identify crime trends.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analysis and reporting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visuals improve decision making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98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96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218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 India Crime Analysis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Mahalakshmi .M</dc:creator>
  <cp:lastModifiedBy>Mahalakshmi .M</cp:lastModifiedBy>
  <cp:revision>3</cp:revision>
  <dcterms:created xsi:type="dcterms:W3CDTF">2026-05-28T09:55:48Z</dcterms:created>
  <dcterms:modified xsi:type="dcterms:W3CDTF">2026-05-28T16:27:24Z</dcterms:modified>
</cp:coreProperties>
</file>